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CRLV-1 任务定义与需求</a:t>
            </a:r>
            <a:br/>
            <a:r>
              <a:t>概念可重复使用运载火箭任务需求报告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CE5FF"/>
                </a:solidFill>
              </a:defRPr>
            </a:pPr>
            <a:r>
              <a:t>清华大学暑期项目 · AI辅助可重复使用运载火箭联合设计</a:t>
            </a:r>
            <a:br/>
            <a:r>
              <a:t>2026年7月18日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AACCEE"/>
                </a:solidFill>
              </a:defRPr>
            </a:pPr>
            <a:r>
              <a:t>清华大学暑期项目 · AI辅助可重复使用运载火箭联合设计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项目背景与研究目标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2025-2026年中国可重复使用火箭快速发展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SpaceX Falcon 9 成功验证商业可行性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中国长征10B于2026年7月首次实现海基网捕回收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项目目标：制定学术级概念运载火箭CRLV-1的任务需求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重点：性能 + 可重复使用 + 可持续性（创新GRI指标）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规模定位：1.2-2吨级LEO/SSO有效载荷（中小型概念验证）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研究方法与数据来源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系统性文献与新闻调研（2025-2026最新数据）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多源交叉验证：SpaceNews、Ars Technica、Global Times、中国航天资讯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重点参考运载器：Falcon 9、New Glenn、朱雀三号、长征10B、Hyperbola-3、Pallas-1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可持续性数据来源于近期生命周期评估（LCA）研究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所有定量数据均经过至少两个独立来源交叉核实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非公开来源数据明确标注为“估算”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2026年主要运载器关键数据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3520" cy="2103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7548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7ACC"/>
                </a:solidFill>
              </a:defRPr>
            </a:pPr>
            <a:r>
              <a:t>22,800 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436"/>
                </a:solidFill>
              </a:defRPr>
            </a:pPr>
            <a:r>
              <a:t>Falcon 9 可重复使用</a:t>
            </a:r>
            <a:br/>
            <a:r>
              <a:t>LEO载荷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303520" cy="2103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7548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B8A9"/>
                </a:solidFill>
              </a:defRPr>
            </a:pPr>
            <a:r>
              <a:t>16,000 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74320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436"/>
                </a:solidFill>
              </a:defRPr>
            </a:pPr>
            <a:r>
              <a:t>长征10B 网捕回收</a:t>
            </a:r>
            <a:br/>
            <a:r>
              <a:t>LEO载荷（2026）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303520" cy="2103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7548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A3C6E"/>
                </a:solidFill>
              </a:defRPr>
            </a:pPr>
            <a:r>
              <a:t>~18,300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1208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436"/>
                </a:solidFill>
              </a:defRPr>
            </a:pPr>
            <a:r>
              <a:t>朱雀三号 回收目标</a:t>
            </a:r>
            <a:br/>
            <a:r>
              <a:t>LEO载荷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31920"/>
            <a:ext cx="5303520" cy="2103120"/>
          </a:xfrm>
          <a:prstGeom prst="roundRect">
            <a:avLst/>
          </a:prstGeom>
          <a:solidFill>
            <a:srgbClr val="F8F9FA"/>
          </a:solidFill>
          <a:ln w="381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206240"/>
            <a:ext cx="47548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67E22"/>
                </a:solidFill>
              </a:defRPr>
            </a:pPr>
            <a:r>
              <a:t>~19 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21208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D3436"/>
                </a:solidFill>
              </a:defRPr>
            </a:pPr>
            <a:r>
              <a:t>传统RP-1/LOX</a:t>
            </a:r>
            <a:br/>
            <a:r>
              <a:t>每吨载荷CO₂e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任务陈述与L0目标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任务陈述：研制概念型部分可重复使用运载火箭CRLV-1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目标有效载荷：1,200 kg（门槛）~ 2,000 kg（目标）至LEO/SSO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可重复使用：一级至少10次（门槛）/20次（目标）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翻新成本：低于新制造阶段的15%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经济性：单次发射 recurring cost 目标 &lt; 2,800 USD/kg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可持续性：生命周期CO₂e &lt; 15 t/吨载荷（基于LCA基线估算）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响应性：载荷集成后30天内发射能力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关键L1需求（节选）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L1-P01：500 km LEO 可重复使用载荷 ≥ 1,200 kg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L1-R01：5次飞行后一级回收成功率 ≥ 90%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L1-R03：必须评估海基网捕回收架构（长征10B 2026验证）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L1-E01：优先采用LOX/LCH4推进剂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L1-E02：引入Green Reusability Index (GRI) 作为核心评价指标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L1-C01：单次发射 recurring cost ≤ 350万美元（门槛）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所有需求均定义验证方法（分析、仿真、飞行试验）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可重复使用运载器载荷能力对比（2026数据）</a:t>
            </a:r>
          </a:p>
        </p:txBody>
      </p:sp>
      <p:pic>
        <p:nvPicPr>
          <p:cNvPr id="4" name="Picture 3" descr="payloa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55322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2D3436"/>
                </a:solidFill>
              </a:defRPr>
            </a:pPr>
            <a:r>
              <a:t>CRLV-1 定位于中小型概念验证级别，便于聚焦可重复使用与可持续性权衡研究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发射成本下降趋势（可重复使用驱动）</a:t>
            </a:r>
          </a:p>
        </p:txBody>
      </p:sp>
      <p:pic>
        <p:nvPicPr>
          <p:cNvPr id="4" name="Picture 3" descr="cost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53634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2D3436"/>
                </a:solidFill>
              </a:defRPr>
            </a:pPr>
            <a:r>
              <a:t>数据基于公开报告估算；可重复使用是成本降低的核心驱动力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创新指标：Green Reusability Index (GRI)</a:t>
            </a:r>
          </a:p>
        </p:txBody>
      </p:sp>
      <p:pic>
        <p:nvPicPr>
          <p:cNvPr id="4" name="Picture 3" descr="gr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34440"/>
            <a:ext cx="9966960" cy="6075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2D3436"/>
                </a:solidFill>
              </a:defRPr>
            </a:pPr>
            <a:r>
              <a:t>GRI = 有效载荷 / (单次飞行CO₂e + 翻新惩罚)；将可持续性提升为一级设计驱动因素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回收架构选择（基于最新验证）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方案A（基线）：推进式垂直着陆 + 栅格翼 + 着陆腿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已验证：Falcon 9、朱雀三号、Hyperbola-3 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方案B（创新）：海基网捕系统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长征10B 2026年7月10日首次成功演示（无着陆腿）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优势：可显著降低一级结构质量（无腿质量惩罚）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挑战：需要专用回收船队基础设施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Day 6 将开展详细权衡研究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利益相关方与评价指标权重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主要利益相关方：商业星座运营商（类Guowang/千帆）、政府机构、科研用户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核心评价指标（FoM）权重：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   有效载荷（可重复使用）  30%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    recurring cost/kg         25%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   可重复使用性（次数+周转） 20%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   可持续性（GRI）           15%  ← 创新点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   响应性                    10%</a:t>
            </a:r>
          </a:p>
          <a:p>
            <a:pPr>
              <a:spcAft>
                <a:spcPts val="1000"/>
              </a:spcAft>
              <a:defRPr sz="1600">
                <a:solidFill>
                  <a:srgbClr val="2D3436"/>
                </a:solidFill>
              </a:defRPr>
            </a:pPr>
            <a:r>
              <a:t>• 需求直接响应专用发射、成本降低、环境责任三大需求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感谢聆听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CE5FF"/>
                </a:solidFill>
              </a:defRPr>
            </a:pPr>
            <a:r>
              <a:t>CRLV-1 任务定义与需求</a:t>
            </a:r>
            <a:br/>
            <a:r>
              <a:t>清华大学暑期AI辅助火箭设计项目 · 2026年7月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